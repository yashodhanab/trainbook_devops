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10"/>
  </p:notesMasterIdLst>
  <p:sldIdLst>
    <p:sldId id="256" r:id="rId2"/>
    <p:sldId id="293" r:id="rId3"/>
    <p:sldId id="294" r:id="rId4"/>
    <p:sldId id="296" r:id="rId5"/>
    <p:sldId id="295" r:id="rId6"/>
    <p:sldId id="297" r:id="rId7"/>
    <p:sldId id="298" r:id="rId8"/>
    <p:sldId id="29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99" autoAdjust="0"/>
    <p:restoredTop sz="90962" autoAdjust="0"/>
  </p:normalViewPr>
  <p:slideViewPr>
    <p:cSldViewPr snapToGrid="0">
      <p:cViewPr varScale="1">
        <p:scale>
          <a:sx n="105" d="100"/>
          <a:sy n="105" d="100"/>
        </p:scale>
        <p:origin x="136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B1D56-1D6E-42D4-8608-303429FE4908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E464A-1DE5-488A-A1F1-AEA5D8A00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4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- Gayan </a:t>
            </a:r>
            <a:r>
              <a:rPr lang="en-US" dirty="0" err="1" smtClean="0"/>
              <a:t>Koswaththa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9528698" y="6527032"/>
            <a:ext cx="25436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-Prepared by Gayan </a:t>
            </a:r>
            <a:r>
              <a:rPr lang="en-US" sz="1000" dirty="0" err="1" smtClean="0"/>
              <a:t>Koswaththa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117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Gayan </a:t>
            </a:r>
            <a:r>
              <a:rPr lang="en-US" dirty="0" err="1" smtClean="0"/>
              <a:t>Koswaththa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528698" y="6527032"/>
            <a:ext cx="2543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-Prepared by Gayan </a:t>
            </a:r>
            <a:r>
              <a:rPr lang="en-US" sz="800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Koswaththa</a:t>
            </a:r>
            <a:endParaRPr lang="en-US" sz="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9528698" y="6527032"/>
            <a:ext cx="2543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-Prepared by Gayan </a:t>
            </a:r>
            <a:r>
              <a:rPr lang="en-US" sz="800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Koswaththa</a:t>
            </a:r>
            <a:endParaRPr lang="en-US" sz="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08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71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32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0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18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6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3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2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0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5560D1-7E05-4ECE-8249-DB4DE2EF81E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260900-4200-4836-A982-869F1E78C5C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7724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DevOps Engineer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CICD Pipelines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03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CICD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89746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97280" y="3145686"/>
            <a:ext cx="10058400" cy="128322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544" y="184573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0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CICD STAGES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800" y="1846263"/>
            <a:ext cx="9404726" cy="4022725"/>
          </a:xfrm>
        </p:spPr>
      </p:pic>
    </p:spTree>
    <p:extLst>
      <p:ext uri="{BB962C8B-B14F-4D97-AF65-F5344CB8AC3E}">
        <p14:creationId xmlns:p14="http://schemas.microsoft.com/office/powerpoint/2010/main" val="343925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CICD process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288" y="1857375"/>
            <a:ext cx="7143750" cy="4000500"/>
          </a:xfrm>
        </p:spPr>
      </p:pic>
    </p:spTree>
    <p:extLst>
      <p:ext uri="{BB962C8B-B14F-4D97-AF65-F5344CB8AC3E}">
        <p14:creationId xmlns:p14="http://schemas.microsoft.com/office/powerpoint/2010/main" val="268780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Diagram -1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662" y="1975105"/>
            <a:ext cx="4545490" cy="4139756"/>
          </a:xfrm>
        </p:spPr>
      </p:pic>
    </p:spTree>
    <p:extLst>
      <p:ext uri="{BB962C8B-B14F-4D97-AF65-F5344CB8AC3E}">
        <p14:creationId xmlns:p14="http://schemas.microsoft.com/office/powerpoint/2010/main" val="234611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Diagram -2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57" y="1846263"/>
            <a:ext cx="7554412" cy="4022725"/>
          </a:xfrm>
        </p:spPr>
      </p:pic>
    </p:spTree>
    <p:extLst>
      <p:ext uri="{BB962C8B-B14F-4D97-AF65-F5344CB8AC3E}">
        <p14:creationId xmlns:p14="http://schemas.microsoft.com/office/powerpoint/2010/main" val="278480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Needs to include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•Your </a:t>
            </a:r>
            <a:r>
              <a:rPr lang="en-US" dirty="0" err="1"/>
              <a:t>Git</a:t>
            </a:r>
            <a:r>
              <a:rPr lang="en-US" dirty="0"/>
              <a:t> tools</a:t>
            </a:r>
          </a:p>
          <a:p>
            <a:r>
              <a:rPr lang="en-US" dirty="0" smtClean="0"/>
              <a:t>• CI </a:t>
            </a:r>
            <a:r>
              <a:rPr lang="en-US" dirty="0"/>
              <a:t>tool(Jenkins)</a:t>
            </a:r>
          </a:p>
          <a:p>
            <a:r>
              <a:rPr lang="en-US" dirty="0" smtClean="0"/>
              <a:t>•Configuration </a:t>
            </a:r>
            <a:r>
              <a:rPr lang="en-US" dirty="0"/>
              <a:t>management and </a:t>
            </a:r>
            <a:r>
              <a:rPr lang="en-US" dirty="0" err="1"/>
              <a:t>IaC</a:t>
            </a:r>
            <a:r>
              <a:rPr lang="en-US" dirty="0"/>
              <a:t> tools (</a:t>
            </a:r>
            <a:r>
              <a:rPr lang="en-US" dirty="0" err="1"/>
              <a:t>Ansible</a:t>
            </a:r>
            <a:r>
              <a:rPr lang="en-US" dirty="0"/>
              <a:t>/Terraform)</a:t>
            </a:r>
          </a:p>
          <a:p>
            <a:r>
              <a:rPr lang="en-US" dirty="0" smtClean="0"/>
              <a:t>•Your </a:t>
            </a:r>
            <a:r>
              <a:rPr lang="en-US" dirty="0"/>
              <a:t>deployment environment with Containerization and orchestration tools (VMs/Docker/Kubernetes).</a:t>
            </a:r>
          </a:p>
          <a:p>
            <a:r>
              <a:rPr lang="en-US" dirty="0" smtClean="0"/>
              <a:t>•Connectivity </a:t>
            </a:r>
            <a:r>
              <a:rPr lang="en-US" dirty="0"/>
              <a:t>of each above components</a:t>
            </a:r>
          </a:p>
          <a:p>
            <a:r>
              <a:rPr lang="en-US" dirty="0" smtClean="0"/>
              <a:t>•Addition </a:t>
            </a:r>
            <a:r>
              <a:rPr lang="en-US" dirty="0"/>
              <a:t>to above, connectivity between your application components need to be included.</a:t>
            </a:r>
          </a:p>
          <a:p>
            <a:r>
              <a:rPr lang="en-US" dirty="0"/>
              <a:t> </a:t>
            </a:r>
            <a:r>
              <a:rPr lang="en-US" dirty="0" smtClean="0"/>
              <a:t>Example</a:t>
            </a:r>
            <a:r>
              <a:rPr lang="en-US" dirty="0"/>
              <a:t>: If your application running on few containers, connectivity of the </a:t>
            </a:r>
            <a:r>
              <a:rPr lang="en-US" dirty="0" smtClean="0"/>
              <a:t>containers</a:t>
            </a:r>
          </a:p>
          <a:p>
            <a:r>
              <a:rPr lang="en-US" dirty="0" smtClean="0"/>
              <a:t>Give </a:t>
            </a:r>
            <a:r>
              <a:rPr lang="en-US" dirty="0"/>
              <a:t>a brief explanation of your diagram.</a:t>
            </a:r>
          </a:p>
          <a:p>
            <a:r>
              <a:rPr lang="en-US" dirty="0"/>
              <a:t>Using the online tool draw.io is recommended for drawing your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72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8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Poppins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1848</TotalTime>
  <Words>112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Poppins</vt:lpstr>
      <vt:lpstr>Retrospect</vt:lpstr>
      <vt:lpstr>DevOps Engineer</vt:lpstr>
      <vt:lpstr>CICD Pipeline</vt:lpstr>
      <vt:lpstr>CICD STAGES</vt:lpstr>
      <vt:lpstr>Basic CICD process diagram</vt:lpstr>
      <vt:lpstr>Advanced Diagram -1</vt:lpstr>
      <vt:lpstr>Advanced Diagram -2</vt:lpstr>
      <vt:lpstr>What Needs to include ?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Engineer</dc:title>
  <dc:creator>Gayan Dilanka</dc:creator>
  <cp:lastModifiedBy>Gayan</cp:lastModifiedBy>
  <cp:revision>155</cp:revision>
  <dcterms:created xsi:type="dcterms:W3CDTF">2024-01-23T15:38:51Z</dcterms:created>
  <dcterms:modified xsi:type="dcterms:W3CDTF">2025-03-06T17:03:33Z</dcterms:modified>
</cp:coreProperties>
</file>